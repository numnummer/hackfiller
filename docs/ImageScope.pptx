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Задача: превратить сырые картинки каталога в единый, чистый визуальный ряд и дать измеримый результат. ImageScope сам собирает данные, анализирует и показывает до/после.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единая: интерфейс ходит только в API. Парсер собирает 5 страниц каталога параллельно, берёт равномерную выборку и качает картинки с лимитами. Ошибки возвращаются в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NumPy-часть — статистика и фильтры чистыми операциями над массивами. PyTorch-часть — настоящий conv2d с depthwise-ядрами; Собель даёт контуры для комикса и наброска.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и та же обложка пропущена через разные пресеты. Главный практический пресет — «Карточка товара»: автоконтраст, подъём теней, резкость.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Таблицу вклада заменить реальными именами команды перед защитой. Каждый участник кратко называет свой вклад.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Cambria"/>
              </a:rPr>
              <a:t>ImageScope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Собираем картинки каталога, измеряем и превращаем в стиль — с «до/после» за один клик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5A623"/>
                </a:solidFill>
                <a:latin typeface="Cambria"/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57784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обложек с books.toscrape.com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7548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5A623"/>
                </a:solidFill>
                <a:latin typeface="Cambria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57784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фильтров NumPy и PyTorch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754880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5A623"/>
                </a:solidFill>
                <a:latin typeface="Cambria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57784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творческих пресетов</a:t>
            </a:r>
          </a:p>
        </p:txBody>
      </p:sp>
      <p:pic>
        <p:nvPicPr>
          <p:cNvPr id="10" name="Picture 9" descr="ori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097280"/>
            <a:ext cx="1863606" cy="2468880"/>
          </a:xfrm>
          <a:prstGeom prst="rect">
            <a:avLst/>
          </a:prstGeom>
        </p:spPr>
      </p:pic>
      <p:pic>
        <p:nvPicPr>
          <p:cNvPr id="11" name="Picture 10" descr="comic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200400"/>
            <a:ext cx="1863606" cy="2468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98079" y="374903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A623"/>
                </a:solidFill>
                <a:latin typeface="Calibri"/>
              </a:rPr>
              <a:t>до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580644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5A623"/>
                </a:solidFill>
                <a:latin typeface="Calibri"/>
              </a:rPr>
              <a:t>после: «комикс»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4213D"/>
                </a:solidFill>
                <a:latin typeface="Cambria"/>
              </a:rPr>
              <a:t>Задача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785"/>
                </a:solidFill>
                <a:latin typeface="Calibri"/>
              </a:rPr>
              <a:t>Карточки товаров в каталоге разные: тёмные, малоконтрастные, неровные. ImageScope находит их на реальном сайте, считает метрики и применяет фильтры — пользователь сразу видит эффект.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057400" cy="219456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Интерфейс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691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HTML/JS: фильтр, интенсивность, галерея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361188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B6785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743200"/>
            <a:ext cx="2057400" cy="219456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9718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3657600"/>
            <a:ext cx="1691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POST /api/analyze, Pydantic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61188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B6785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743200"/>
            <a:ext cx="2057400" cy="219456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9718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Парсинг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657600"/>
            <a:ext cx="1691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httpx + BeautifulSoup, тайм-ауты, пропуск битых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8312" y="361188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B6785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743200"/>
            <a:ext cx="2057400" cy="2194560"/>
          </a:xfrm>
          <a:prstGeom prst="roundRect">
            <a:avLst>
              <a:gd name="adj" fmla="val 8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9718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213D"/>
                </a:solidFill>
                <a:latin typeface="Cambria"/>
              </a:rPr>
              <a:t>NumPy / PyTorch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657600"/>
            <a:ext cx="1691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4213D"/>
                </a:solidFill>
                <a:latin typeface="Calibri"/>
              </a:rPr>
              <a:t>статистика, фильтры, conv2d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361188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B6785"/>
                </a:solidFill>
                <a:latin typeface="Calibr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2743200"/>
            <a:ext cx="2057400" cy="219456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9718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Отчёт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657600"/>
            <a:ext cx="1691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JSON: метрики, до/после, ошибки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Устойчивость: тайм-ауты 10 с, лимит 3 МБ на файл, ≤ 20 изображений за запрос. Один плохой файл не ломает отчёт — он попадает в список ошибок.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4213D"/>
                </a:solidFill>
                <a:latin typeface="Cambria"/>
              </a:rPr>
              <a:t>Методы: NumPy и PyTorch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4023360"/>
          </a:xfrm>
          <a:prstGeom prst="roundRect">
            <a:avLst>
              <a:gd name="adj" fmla="val 8000"/>
            </a:avLst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645920"/>
            <a:ext cx="457200" cy="45720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213D"/>
                </a:solidFill>
                <a:latin typeface="Cambria"/>
              </a:rPr>
              <a:t>NumPy: измеряем и правим массивы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47548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Размер, соотношение сторон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Яркость и контраст (std яркости)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Средний цвет, доли тёмных/светлых пикселей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16-бинная гистограмма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Фильтры: сепия, постеризация, пикселизация, гамма, автоконтраст, негатив, порог, grayscale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023360"/>
          </a:xfrm>
          <a:prstGeom prst="roundRect">
            <a:avLst>
              <a:gd name="adj" fmla="val 8000"/>
            </a:avLst>
          </a:prstGeom>
          <a:solidFill>
            <a:srgbClr val="EE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6459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16459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213D"/>
                </a:solidFill>
                <a:latin typeface="Cambria"/>
              </a:rPr>
              <a:t>PyTorch: свёртки conv2d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7548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Тензор 1×C×H×W, depthwise-ядра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Размытие (Гаусс 3×3), резкость, рельеф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Собель: два ядра → величина градиента → контуры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Результат — готовая картинка, не число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Пресеты — цепочки фильтров с общей интенсивностью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Один каталог — пять стилей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2103120" cy="4023360"/>
          </a:xfrm>
          <a:prstGeom prst="roundRect">
            <a:avLst>
              <a:gd name="adj" fmla="val 8000"/>
            </a:avLst>
          </a:prstGeom>
          <a:solidFill>
            <a:srgbClr val="2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ri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82880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623"/>
                </a:solidFill>
                <a:latin typeface="Cambria"/>
              </a:rPr>
              <a:t>Оригинал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0916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в среднем: яркость 114, контраст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463040"/>
            <a:ext cx="2103120" cy="4023360"/>
          </a:xfrm>
          <a:prstGeom prst="roundRect">
            <a:avLst>
              <a:gd name="adj" fmla="val 8000"/>
            </a:avLst>
          </a:prstGeom>
          <a:solidFill>
            <a:srgbClr val="2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_boost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00200"/>
            <a:ext cx="182880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7180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623"/>
                </a:solidFill>
                <a:latin typeface="Cambria"/>
              </a:rPr>
              <a:t>Карточка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470916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в среднем: яркость 147, контраст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463040"/>
            <a:ext cx="2103120" cy="4023360"/>
          </a:xfrm>
          <a:prstGeom prst="roundRect">
            <a:avLst>
              <a:gd name="adj" fmla="val 8000"/>
            </a:avLst>
          </a:prstGeom>
          <a:solidFill>
            <a:srgbClr val="2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mic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600200"/>
            <a:ext cx="182880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80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623"/>
                </a:solidFill>
                <a:latin typeface="Cambria"/>
              </a:rPr>
              <a:t>Комикс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470916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постеризация + контуры Собеля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463040"/>
            <a:ext cx="2103120" cy="4023360"/>
          </a:xfrm>
          <a:prstGeom prst="roundRect">
            <a:avLst>
              <a:gd name="adj" fmla="val 8000"/>
            </a:avLst>
          </a:prstGeom>
          <a:solidFill>
            <a:srgbClr val="2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tro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600200"/>
            <a:ext cx="1828800" cy="2560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4380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623"/>
                </a:solidFill>
                <a:latin typeface="Cambria"/>
              </a:rPr>
              <a:t>Ретро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70916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сепия + размытие + тиснение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103120" cy="4023360"/>
          </a:xfrm>
          <a:prstGeom prst="roundRect">
            <a:avLst>
              <a:gd name="adj" fmla="val 8000"/>
            </a:avLst>
          </a:prstGeom>
          <a:solidFill>
            <a:srgbClr val="2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ixel_art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600200"/>
            <a:ext cx="1828800" cy="2560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2980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5A623"/>
                </a:solidFill>
                <a:latin typeface="Cambria"/>
              </a:rPr>
              <a:t>Пиксель-арт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4709160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пикселизация + палитра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Средние по 6 обложкам: «Карточка товара» поднимает яркость 114 → 147 и контраст 50 → 70 — каталог выглядит чище и единообразнее.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4213D"/>
                </a:solidFill>
                <a:latin typeface="Cambria"/>
              </a:rPr>
              <a:t>Вклад команды и выводы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Участник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Зона ответственности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Имя 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FastAPI, Pydantic-модели, тесты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/api/analyze, валидация, JSON-отчёт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Имя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Парсинг и загрузка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httpx + BeautifulSoup, ссылки, тайм-ауты, ошибки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Имя 3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NumPy/PyTorch и интерфейс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213D"/>
                          </a:solidFill>
                          <a:latin typeface="Calibri"/>
                        </a:rPr>
                        <a:t>13 фильтров, 5 пресетов, галерея до/после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213D"/>
                </a:solidFill>
                <a:latin typeface="Cambria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Рабочая цепочка от сбора до «до/после» на реальном сайте, 100 изображений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NumPy и PyTorch реально участвуют в результате: метрики и визуальные фильтры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4213D"/>
                </a:solidFill>
                <a:latin typeface="Calibri"/>
              </a:rPr>
              <a:t>• Дальше: свои ядра, сохранение пресетов, пакетная выгрузка обработанных карточек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